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3"/>
  </p:notesMasterIdLst>
  <p:handoutMasterIdLst>
    <p:handoutMasterId r:id="rId14"/>
  </p:handoutMasterIdLst>
  <p:sldIdLst>
    <p:sldId id="410" r:id="rId5"/>
    <p:sldId id="383" r:id="rId6"/>
    <p:sldId id="391" r:id="rId7"/>
    <p:sldId id="411" r:id="rId8"/>
    <p:sldId id="397" r:id="rId9"/>
    <p:sldId id="408" r:id="rId10"/>
    <p:sldId id="407" r:id="rId11"/>
    <p:sldId id="40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6327" autoAdjust="0"/>
  </p:normalViewPr>
  <p:slideViewPr>
    <p:cSldViewPr snapToGrid="0">
      <p:cViewPr varScale="1">
        <p:scale>
          <a:sx n="105" d="100"/>
          <a:sy n="105" d="100"/>
        </p:scale>
        <p:origin x="120" y="1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9/24/2024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9/24/2024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209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CERTIFIED DATA SCIENTIST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8831B2-714E-24ED-67F5-DFD2973BD730}"/>
              </a:ext>
            </a:extLst>
          </p:cNvPr>
          <p:cNvSpPr txBox="1"/>
          <p:nvPr/>
        </p:nvSpPr>
        <p:spPr>
          <a:xfrm>
            <a:off x="6309904" y="4076438"/>
            <a:ext cx="4846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PEOPLE INFORMATION TECHNOLOGY PROGRAM</a:t>
            </a:r>
          </a:p>
          <a:p>
            <a:r>
              <a:rPr lang="en-US" dirty="0">
                <a:solidFill>
                  <a:schemeClr val="bg1"/>
                </a:solidFill>
              </a:rPr>
              <a:t>Lecture 01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5BF04E-21D3-35CC-8869-5D37997FF84F}"/>
              </a:ext>
            </a:extLst>
          </p:cNvPr>
          <p:cNvSpPr txBox="1"/>
          <p:nvPr/>
        </p:nvSpPr>
        <p:spPr>
          <a:xfrm>
            <a:off x="6309904" y="5783318"/>
            <a:ext cx="4846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Muhammad Nabeel Ibrahim Khan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NED University of Engineering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4" y="2281239"/>
            <a:ext cx="7864475" cy="2702242"/>
          </a:xfrm>
        </p:spPr>
        <p:txBody>
          <a:bodyPr tIns="457200">
            <a:normAutofit/>
          </a:bodyPr>
          <a:lstStyle/>
          <a:p>
            <a:r>
              <a:rPr lang="en-US" dirty="0"/>
              <a:t>Getting to Know Each Other</a:t>
            </a:r>
          </a:p>
          <a:p>
            <a:r>
              <a:rPr lang="en-US" dirty="0"/>
              <a:t>Introduction to Data Science</a:t>
            </a:r>
          </a:p>
          <a:p>
            <a:r>
              <a:rPr lang="en-US" dirty="0"/>
              <a:t>Example Scenario</a:t>
            </a:r>
          </a:p>
          <a:p>
            <a:r>
              <a:rPr lang="en-US" dirty="0"/>
              <a:t>What you need to learn to become a Data Scientist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Getting to Know Each Other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2930842"/>
          </a:xfrm>
        </p:spPr>
        <p:txBody>
          <a:bodyPr>
            <a:normAutofit/>
          </a:bodyPr>
          <a:lstStyle/>
          <a:p>
            <a:r>
              <a:rPr lang="en-US" dirty="0"/>
              <a:t>Your Name</a:t>
            </a:r>
          </a:p>
          <a:p>
            <a:r>
              <a:rPr lang="en-US" dirty="0"/>
              <a:t>Current Role/Background: Briefly describe your current job or academic focus.</a:t>
            </a:r>
          </a:p>
          <a:p>
            <a:r>
              <a:rPr lang="en-US" dirty="0"/>
              <a:t>Goals: What do you hope to learn or achieve from this course?</a:t>
            </a:r>
          </a:p>
          <a:p>
            <a:r>
              <a:rPr lang="en-US" dirty="0"/>
              <a:t>Interests: Are there any specific areas of IT you're interested in or want to explore further?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Getting to Know Each Other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098357"/>
            <a:ext cx="7810500" cy="447388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My Educational Journey.</a:t>
            </a:r>
          </a:p>
          <a:p>
            <a:pPr lvl="1"/>
            <a:r>
              <a:rPr lang="en-US" dirty="0"/>
              <a:t>Graduation in Computer Systems Engineering - 2014</a:t>
            </a:r>
          </a:p>
          <a:p>
            <a:pPr lvl="1"/>
            <a:r>
              <a:rPr lang="en-US" dirty="0"/>
              <a:t>Masters in Information Security - 2020</a:t>
            </a:r>
          </a:p>
          <a:p>
            <a:pPr lvl="1"/>
            <a:r>
              <a:rPr lang="en-US" dirty="0"/>
              <a:t>PhD in Multi-Modal Data Fusion – Ongoing</a:t>
            </a:r>
          </a:p>
          <a:p>
            <a:r>
              <a:rPr lang="en-US" dirty="0"/>
              <a:t>Professional Experience. </a:t>
            </a:r>
          </a:p>
          <a:p>
            <a:pPr lvl="1"/>
            <a:r>
              <a:rPr lang="en-US" dirty="0"/>
              <a:t>CCNA Instructor</a:t>
            </a:r>
          </a:p>
          <a:p>
            <a:pPr lvl="1"/>
            <a:r>
              <a:rPr lang="en-US" dirty="0"/>
              <a:t>Junior Network Engineer</a:t>
            </a:r>
          </a:p>
          <a:p>
            <a:pPr lvl="1"/>
            <a:r>
              <a:rPr lang="en-US" dirty="0"/>
              <a:t>Senior Network Manager</a:t>
            </a:r>
          </a:p>
          <a:p>
            <a:pPr lvl="1"/>
            <a:r>
              <a:rPr lang="en-US" dirty="0"/>
              <a:t>IT Manager</a:t>
            </a:r>
          </a:p>
          <a:p>
            <a:pPr lvl="1"/>
            <a:r>
              <a:rPr lang="en-US" dirty="0"/>
              <a:t>Lecturer</a:t>
            </a:r>
          </a:p>
          <a:p>
            <a:r>
              <a:rPr lang="en-US" dirty="0"/>
              <a:t>Personal Experience with Data Science (DEPWISEN)</a:t>
            </a:r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39655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Introduction to Data Science</a:t>
            </a:r>
          </a:p>
        </p:txBody>
      </p:sp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Introduction to 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8878824" cy="3597470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The broad field involves </a:t>
            </a:r>
            <a:r>
              <a:rPr lang="en-US" b="1" dirty="0"/>
              <a:t>collecting</a:t>
            </a:r>
            <a:r>
              <a:rPr lang="en-US" dirty="0"/>
              <a:t>, </a:t>
            </a:r>
            <a:r>
              <a:rPr lang="en-US" b="1" dirty="0"/>
              <a:t>cleaning</a:t>
            </a:r>
            <a:r>
              <a:rPr lang="en-US" dirty="0"/>
              <a:t>, </a:t>
            </a:r>
            <a:r>
              <a:rPr lang="en-US" b="1" dirty="0"/>
              <a:t>analyzing</a:t>
            </a:r>
            <a:r>
              <a:rPr lang="en-US" dirty="0"/>
              <a:t>, and </a:t>
            </a:r>
            <a:r>
              <a:rPr lang="en-US" b="1" dirty="0"/>
              <a:t>interpreting</a:t>
            </a:r>
            <a:r>
              <a:rPr lang="en-US" dirty="0"/>
              <a:t> data to extract meaningful insights.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It uses tools and techniques from many disciplines, including statistics, machine learning, and programming.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Example: A business analyzing its sales data to find patterns in customer behavior.</a:t>
            </a: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D29B5-1B58-809F-FEA7-B82105E9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885" y="3499667"/>
            <a:ext cx="4939666" cy="2542810"/>
          </a:xfrm>
        </p:spPr>
        <p:txBody>
          <a:bodyPr/>
          <a:lstStyle/>
          <a:p>
            <a:r>
              <a:rPr lang="en-US" dirty="0"/>
              <a:t>Key Components of Data Science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C3632C-2D2E-7026-33B8-EE42DA4BDB5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7309" y="1234441"/>
            <a:ext cx="5198269" cy="4105656"/>
          </a:xfrm>
        </p:spPr>
        <p:txBody>
          <a:bodyPr>
            <a:normAutofit/>
          </a:bodyPr>
          <a:lstStyle/>
          <a:p>
            <a:r>
              <a:rPr lang="en-US" b="1" dirty="0"/>
              <a:t>Statistics</a:t>
            </a:r>
            <a:r>
              <a:rPr lang="en-US" dirty="0"/>
              <a:t>: As the backbone of data science by helping analyze and interpret data</a:t>
            </a:r>
          </a:p>
          <a:p>
            <a:r>
              <a:rPr lang="en-US" b="1" dirty="0"/>
              <a:t>Programming</a:t>
            </a:r>
            <a:r>
              <a:rPr lang="en-US" dirty="0"/>
              <a:t>: Python is mostly used primary programming language for data science</a:t>
            </a:r>
          </a:p>
          <a:p>
            <a:r>
              <a:rPr lang="en-US" b="1" dirty="0"/>
              <a:t>Machine Learning</a:t>
            </a:r>
            <a:r>
              <a:rPr lang="en-US" dirty="0"/>
              <a:t>: Provide a high-level overview of machine learning as a subset of data science used for making predictions based on data</a:t>
            </a:r>
          </a:p>
        </p:txBody>
      </p:sp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/>
          <a:lstStyle/>
          <a:p>
            <a:r>
              <a:rPr lang="en-US" dirty="0"/>
              <a:t>Software Engineering vs Data Science</a:t>
            </a:r>
          </a:p>
        </p:txBody>
      </p:sp>
      <p:pic>
        <p:nvPicPr>
          <p:cNvPr id="5" name="Picture Placeholder 52" descr="Hanging lightbulbs">
            <a:extLst>
              <a:ext uri="{FF2B5EF4-FFF2-40B4-BE49-F238E27FC236}">
                <a16:creationId xmlns:a16="http://schemas.microsoft.com/office/drawing/2014/main" id="{F2B2501C-600C-11B3-1ECD-912D988906A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" r="16"/>
          <a:stretch/>
        </p:blipFill>
        <p:spPr>
          <a:xfrm>
            <a:off x="6096000" y="0"/>
            <a:ext cx="6118225" cy="6858000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AB6311-F936-71AE-6BC0-83F0812D21D2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US" dirty="0"/>
              <a:t>Let's Discuss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{3B6CFD88-E465-4D9E-9E60-6FBE58806FE1}tf78853419_win32</Template>
  <TotalTime>26</TotalTime>
  <Words>273</Words>
  <Application>Microsoft Office PowerPoint</Application>
  <PresentationFormat>Widescreen</PresentationFormat>
  <Paragraphs>46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Franklin Gothic Book</vt:lpstr>
      <vt:lpstr>Franklin Gothic Demi</vt:lpstr>
      <vt:lpstr>Custom</vt:lpstr>
      <vt:lpstr>CERTIFIED DATA SCIENTIST</vt:lpstr>
      <vt:lpstr>Agenda</vt:lpstr>
      <vt:lpstr>Getting to Know Each Other</vt:lpstr>
      <vt:lpstr>Getting to Know Each Other</vt:lpstr>
      <vt:lpstr>Introduction to Data Science</vt:lpstr>
      <vt:lpstr>Introduction to Data Science</vt:lpstr>
      <vt:lpstr>Key Components of Data Science</vt:lpstr>
      <vt:lpstr>Software Engineering vs Data Science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Nabeel Ibrahim Khan</dc:creator>
  <cp:lastModifiedBy>Muhammad Nabeel Ibrahim Khan</cp:lastModifiedBy>
  <cp:revision>4</cp:revision>
  <dcterms:created xsi:type="dcterms:W3CDTF">2024-09-23T10:50:51Z</dcterms:created>
  <dcterms:modified xsi:type="dcterms:W3CDTF">2024-09-24T07:57:51Z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