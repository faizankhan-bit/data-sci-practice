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410" r:id="rId5"/>
    <p:sldId id="383" r:id="rId6"/>
    <p:sldId id="406" r:id="rId7"/>
    <p:sldId id="411" r:id="rId8"/>
    <p:sldId id="417" r:id="rId9"/>
    <p:sldId id="418" r:id="rId10"/>
    <p:sldId id="427" r:id="rId11"/>
    <p:sldId id="42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6327" autoAdjust="0"/>
  </p:normalViewPr>
  <p:slideViewPr>
    <p:cSldViewPr snapToGrid="0">
      <p:cViewPr varScale="1">
        <p:scale>
          <a:sx n="105" d="100"/>
          <a:sy n="105" d="100"/>
        </p:scale>
        <p:origin x="120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9/26/2024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209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680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458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036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216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CERTIFIED DATA SCIENTIST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8831B2-714E-24ED-67F5-DFD2973BD730}"/>
              </a:ext>
            </a:extLst>
          </p:cNvPr>
          <p:cNvSpPr txBox="1"/>
          <p:nvPr/>
        </p:nvSpPr>
        <p:spPr>
          <a:xfrm>
            <a:off x="6309904" y="4076438"/>
            <a:ext cx="484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PEOPLE INFORMATION TECHNOLOGY PROGRAM</a:t>
            </a:r>
          </a:p>
          <a:p>
            <a:r>
              <a:rPr lang="en-US" dirty="0">
                <a:solidFill>
                  <a:schemeClr val="bg1"/>
                </a:solidFill>
              </a:rPr>
              <a:t>Lecture 04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5BF04E-21D3-35CC-8869-5D37997FF84F}"/>
              </a:ext>
            </a:extLst>
          </p:cNvPr>
          <p:cNvSpPr txBox="1"/>
          <p:nvPr/>
        </p:nvSpPr>
        <p:spPr>
          <a:xfrm>
            <a:off x="6309904" y="5783318"/>
            <a:ext cx="484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Muhammad Nabeel Ibrahim Khan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NED University of Engineering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4" y="2281239"/>
            <a:ext cx="7864475" cy="2702242"/>
          </a:xfrm>
        </p:spPr>
        <p:txBody>
          <a:bodyPr tIns="457200">
            <a:normAutofit/>
          </a:bodyPr>
          <a:lstStyle/>
          <a:p>
            <a:r>
              <a:rPr lang="en-US" dirty="0"/>
              <a:t>Anaconda Introduction</a:t>
            </a:r>
          </a:p>
          <a:p>
            <a:r>
              <a:rPr lang="en-US" dirty="0"/>
              <a:t>Python Fundamentals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anchor="b">
            <a:normAutofit/>
          </a:bodyPr>
          <a:lstStyle/>
          <a:p>
            <a:r>
              <a:rPr lang="en-US" dirty="0"/>
              <a:t>Anaconda Introduction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AB6311-F936-71AE-6BC0-83F0812D21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What it is?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What it provide?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Why you’d use it?</a:t>
            </a:r>
            <a:endParaRPr lang="en-PK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026" name="Picture 2" descr="Anaconda Logo PNG Vector (PDF) Free ...">
            <a:extLst>
              <a:ext uri="{FF2B5EF4-FFF2-40B4-BE49-F238E27FC236}">
                <a16:creationId xmlns:a16="http://schemas.microsoft.com/office/drawing/2014/main" id="{AF215BE7-CE9B-7D12-493D-D00192302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18" y="2657474"/>
            <a:ext cx="4171950" cy="225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CONDA Utility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098357"/>
            <a:ext cx="7810500" cy="4473887"/>
          </a:xfrm>
        </p:spPr>
        <p:txBody>
          <a:bodyPr>
            <a:normAutofit/>
          </a:bodyPr>
          <a:lstStyle/>
          <a:p>
            <a:r>
              <a:rPr lang="en-US" dirty="0"/>
              <a:t>Software that includes </a:t>
            </a:r>
            <a:r>
              <a:rPr lang="en-US" dirty="0" err="1"/>
              <a:t>pyhton</a:t>
            </a:r>
            <a:r>
              <a:rPr lang="en-US" dirty="0"/>
              <a:t> and a lot of tools that </a:t>
            </a:r>
            <a:r>
              <a:rPr lang="en-US" dirty="0" err="1"/>
              <a:t>wporks</a:t>
            </a:r>
            <a:r>
              <a:rPr lang="en-US" dirty="0"/>
              <a:t> with python</a:t>
            </a:r>
          </a:p>
          <a:p>
            <a:r>
              <a:rPr lang="en-US" dirty="0"/>
              <a:t>Example of such tools are:</a:t>
            </a:r>
          </a:p>
          <a:p>
            <a:r>
              <a:rPr lang="en-US" dirty="0"/>
              <a:t>Command Line Python Package Manager (CONDA)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3DA2588-D283-C7D6-82AE-5669126EA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226" y="4029584"/>
            <a:ext cx="8863303" cy="265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655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Navigator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098357"/>
            <a:ext cx="7810500" cy="4473887"/>
          </a:xfrm>
        </p:spPr>
        <p:txBody>
          <a:bodyPr>
            <a:normAutofit/>
          </a:bodyPr>
          <a:lstStyle/>
          <a:p>
            <a:r>
              <a:rPr lang="en-US" dirty="0"/>
              <a:t>Desktop Based application listing all the tools and other useful features such as environments supported by Anaconda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383CD2A-595A-0D82-FB73-FA118F13D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905" y="3080090"/>
            <a:ext cx="9256977" cy="349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39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15768" y="2098357"/>
            <a:ext cx="8752332" cy="4473887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Jupyter</a:t>
            </a:r>
            <a:r>
              <a:rPr lang="en-US" dirty="0"/>
              <a:t> Notebook is a web-based interactive computing platform. </a:t>
            </a:r>
          </a:p>
          <a:p>
            <a:r>
              <a:rPr lang="en-US" dirty="0"/>
              <a:t>The notebook combines live code, equations, narrative text and visualization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E3B8FDB-AB76-EFF9-6037-AE24530FD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894" y="3251023"/>
            <a:ext cx="9362524" cy="350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080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Environments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EAE6AEA-3731-12E7-2291-D395F9053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238" y="2585025"/>
            <a:ext cx="9802761" cy="348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95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Alternatives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D75C23C-1BF0-B6C5-9A95-4112C2D27502}"/>
              </a:ext>
            </a:extLst>
          </p:cNvPr>
          <p:cNvSpPr txBox="1"/>
          <p:nvPr/>
        </p:nvSpPr>
        <p:spPr>
          <a:xfrm>
            <a:off x="2761488" y="2532888"/>
            <a:ext cx="7845552" cy="1294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To replace </a:t>
            </a:r>
            <a:r>
              <a:rPr lang="en-US" dirty="0" err="1">
                <a:solidFill>
                  <a:schemeClr val="bg1"/>
                </a:solidFill>
              </a:rPr>
              <a:t>Conda</a:t>
            </a:r>
            <a:r>
              <a:rPr lang="en-US" dirty="0">
                <a:solidFill>
                  <a:schemeClr val="bg1"/>
                </a:solidFill>
              </a:rPr>
              <a:t> utility we may use Python Package Index (</a:t>
            </a:r>
            <a:r>
              <a:rPr lang="en-US" b="1" dirty="0">
                <a:solidFill>
                  <a:schemeClr val="bg1"/>
                </a:solidFill>
              </a:rPr>
              <a:t>PIP</a:t>
            </a:r>
            <a:r>
              <a:rPr lang="en-US" dirty="0">
                <a:solidFill>
                  <a:schemeClr val="bg1"/>
                </a:solidFill>
              </a:rPr>
              <a:t>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For Anaconda Environments, we may use </a:t>
            </a:r>
            <a:r>
              <a:rPr lang="en-US" b="1" dirty="0" err="1">
                <a:solidFill>
                  <a:schemeClr val="bg1"/>
                </a:solidFill>
              </a:rPr>
              <a:t>virtualenv</a:t>
            </a:r>
            <a:r>
              <a:rPr lang="en-US" b="1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For </a:t>
            </a:r>
            <a:r>
              <a:rPr lang="en-US" dirty="0" err="1">
                <a:solidFill>
                  <a:schemeClr val="bg1"/>
                </a:solidFill>
              </a:rPr>
              <a:t>Jupyter</a:t>
            </a:r>
            <a:r>
              <a:rPr lang="en-US" dirty="0">
                <a:solidFill>
                  <a:schemeClr val="bg1"/>
                </a:solidFill>
              </a:rPr>
              <a:t> Notebook, we may use </a:t>
            </a: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Visual Studio Code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  <a:endParaRPr lang="en-P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5542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{3B6CFD88-E465-4D9E-9E60-6FBE58806FE1}tf78853419_win32</Template>
  <TotalTime>499</TotalTime>
  <Words>153</Words>
  <Application>Microsoft Office PowerPoint</Application>
  <PresentationFormat>Widescreen</PresentationFormat>
  <Paragraphs>34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Franklin Gothic Book</vt:lpstr>
      <vt:lpstr>Franklin Gothic Demi</vt:lpstr>
      <vt:lpstr>Google Sans</vt:lpstr>
      <vt:lpstr>Custom</vt:lpstr>
      <vt:lpstr>CERTIFIED DATA SCIENTIST</vt:lpstr>
      <vt:lpstr>Agenda</vt:lpstr>
      <vt:lpstr>Anaconda Introduction</vt:lpstr>
      <vt:lpstr>CONDA Utility</vt:lpstr>
      <vt:lpstr>Navigator</vt:lpstr>
      <vt:lpstr>Jupyter Notebook</vt:lpstr>
      <vt:lpstr>Environments</vt:lpstr>
      <vt:lpstr>Alternatives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Nabeel Ibrahim Khan</dc:creator>
  <cp:lastModifiedBy>Muhammad Nabeel Ibrahim Khan</cp:lastModifiedBy>
  <cp:revision>14</cp:revision>
  <dcterms:created xsi:type="dcterms:W3CDTF">2024-09-23T10:50:51Z</dcterms:created>
  <dcterms:modified xsi:type="dcterms:W3CDTF">2024-09-26T11:21:11Z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